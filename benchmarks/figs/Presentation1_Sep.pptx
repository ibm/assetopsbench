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60" r:id="rId5"/>
    <p:sldId id="258" r:id="rId6"/>
    <p:sldId id="259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CC4BB-1FAF-386D-7BC7-435F28C97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61A79-F578-7FAE-E694-A0EB85776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90BF8-DE23-72B5-3232-A05388B7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AA770-B8EE-6848-9530-438F9F4F2010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7AA93-7D75-105E-06FE-68EFD7FD7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91B50-51BA-EF18-8CB7-80E4A414C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1F5E-A745-DE43-BBC1-C3416E6E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41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6741E-CCB5-F518-852E-BFC1B11E7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9F882-B7C2-F6E4-2223-C8A2B81ED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C41E8-156E-D388-A2B1-E16A9C31A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AA770-B8EE-6848-9530-438F9F4F2010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56E13-DDF5-55AB-E376-5053CB22E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5DB14-F33A-2D7C-C968-00BE0BAD1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1F5E-A745-DE43-BBC1-C3416E6E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9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55D16-CAB9-B3E9-B47A-B2CF828DD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06EA3-0D8D-BB4E-A8BF-EB6F2A3EA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96533-0BBE-2F7C-3D4B-F284C1468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AA770-B8EE-6848-9530-438F9F4F2010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8DCD3-8765-830E-F3AF-6B739391E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FA6B5-BC8C-1620-011B-B21993E8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1F5E-A745-DE43-BBC1-C3416E6E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83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05AD-5473-F745-90B3-6188EF83B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26373-9BA0-2E0B-C458-45ED14AF7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59AB9-45DB-8821-D039-CC0B4F0A2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11370-B528-C142-9886-FF03532C5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AA770-B8EE-6848-9530-438F9F4F2010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94E21-A949-4A56-99C6-3A0A28258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A11A68-09E7-F91E-B039-BDCB77E7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1F5E-A745-DE43-BBC1-C3416E6E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39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7582-7598-CB49-7967-C3A0EB1BE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D9A7A-6A75-ED70-D786-891830A9D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174BB-CC32-B323-3C65-9BD7C580D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AF06DD-C917-3208-5C84-C2E030158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01E6A7-B94C-932F-AAFB-A036F3638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251432-6AD8-6A9C-2058-BAC1D53EC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AA770-B8EE-6848-9530-438F9F4F2010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4F7A8F-7DFF-38C4-68C1-CE3A95C89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290A89-C50C-1236-2118-79F710818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1F5E-A745-DE43-BBC1-C3416E6E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85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5F1A8-BD48-ED54-4CC7-B91C5FE5B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309DB-1519-977D-07FD-3FE161AF9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AA770-B8EE-6848-9530-438F9F4F2010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95A9F-48B6-5F10-481B-B993F433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64430-3B59-61EF-B584-1FFD29FB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1F5E-A745-DE43-BBC1-C3416E6E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958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786C80-5D79-97A5-94C9-D50BE49D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AA770-B8EE-6848-9530-438F9F4F2010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CC771A-E3AB-8EE5-B41F-81048961E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FFC53-BD88-5E20-713E-069A3EE2E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1F5E-A745-DE43-BBC1-C3416E6E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62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D1928-2845-3D63-83A3-9CF359AE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66B33-6AB8-51B1-9893-5D8BB6614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FAE2C-E336-9FA1-F199-A41B0F268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2C81B-536C-CFC4-06D8-CC745EA6E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AA770-B8EE-6848-9530-438F9F4F2010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E8790-1EF6-3E5E-19D8-EEFEFBEE6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3745D-7F86-55B3-B41D-CA809E069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1F5E-A745-DE43-BBC1-C3416E6E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55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F308A-7699-99B1-6D75-A08D2FCC5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19FAB2-B083-57E9-748D-B8F3D62BCF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10047-3333-9E35-37AD-26BB8BC2F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DD9EE-5778-9A12-F54B-55CD0194D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AA770-B8EE-6848-9530-438F9F4F2010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51620-9AED-3F23-174D-E872F83F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D11F6-74EB-19B8-D56E-50B89DB49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1F5E-A745-DE43-BBC1-C3416E6E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81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4F41A-BB01-5CE2-F901-A10B34205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9B786-D0BF-3561-A226-1842E337B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480A7-6F1F-517B-D5C7-E7350CA07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AA770-B8EE-6848-9530-438F9F4F2010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6E14A-A613-58B4-F37E-F0A5E7EFC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0152A-A910-3896-5F23-C8BB11BB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1F5E-A745-DE43-BBC1-C3416E6E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27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E53CE0-7B1F-5FAE-AF32-977B292FBA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399386-DC29-D80A-9A54-FCABD0F50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1006C-FD83-0855-DC7C-26425AC72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AA770-B8EE-6848-9530-438F9F4F2010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2479D-0F1D-3835-708B-92ABFE4EA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9D584-56B4-725A-C247-7CF537C51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71F5E-A745-DE43-BBC1-C3416E6E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3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8D0B1-A66B-E892-FF95-6DE470A18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DF318-F58E-BCCE-E1FF-781FD36F7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E53D1-F212-B3F7-5C69-A6AAADAAE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AA770-B8EE-6848-9530-438F9F4F2010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FABAA-7481-0FA0-103F-531E99739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380C1-2AF1-22B4-A19D-B8F518166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071F5E-A745-DE43-BBC1-C3416E6EB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B2EB8-0F14-8A4B-6C6E-4B78687D35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DC056-4F13-E38C-9BE3-C4EA9115E0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13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F9C87-2680-3E58-8223-048CFCBF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Family current status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6D6A5-12E8-BC5A-D610-0260C0EFE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Core git repo</a:t>
            </a:r>
          </a:p>
          <a:p>
            <a:r>
              <a:rPr lang="en-US" dirty="0" err="1"/>
              <a:t>Huggingface</a:t>
            </a:r>
            <a:endParaRPr lang="en-US" dirty="0"/>
          </a:p>
          <a:p>
            <a:r>
              <a:rPr lang="en-US" dirty="0"/>
              <a:t>PRs from external reference</a:t>
            </a:r>
          </a:p>
          <a:p>
            <a:r>
              <a:rPr lang="en-US" dirty="0"/>
              <a:t>MCP-Context-Forge (IBM's OSS submitted for LFAI)</a:t>
            </a:r>
          </a:p>
          <a:p>
            <a:r>
              <a:rPr lang="en-US" dirty="0"/>
              <a:t>Contest</a:t>
            </a:r>
          </a:p>
        </p:txBody>
      </p:sp>
    </p:spTree>
    <p:extLst>
      <p:ext uri="{BB962C8B-B14F-4D97-AF65-F5344CB8AC3E}">
        <p14:creationId xmlns:p14="http://schemas.microsoft.com/office/powerpoint/2010/main" val="10325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0C046-A665-CAF2-91D2-8D542829B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Patents +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7A2EF-9E3E-A52F-C5FD-2121BC9A3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dirty="0"/>
              <a:t>To be submitted</a:t>
            </a:r>
          </a:p>
          <a:p>
            <a:r>
              <a:rPr lang="en-GB" dirty="0"/>
              <a:t>Contextual Reasoning Engine for Fact Verification, Search-2; filing is in progress</a:t>
            </a:r>
          </a:p>
          <a:p>
            <a:r>
              <a:rPr lang="en-GB" dirty="0"/>
              <a:t>System, Apparatus, and Method for Rule-Based Fault Diagnosis and Maintenance Action Recommendation Using Large Language Models, Search-3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Submitted</a:t>
            </a:r>
          </a:p>
          <a:p>
            <a:r>
              <a:rPr lang="en-GB" dirty="0"/>
              <a:t>Agent-operable protocol server for evidence-grounded composition, execution, and evaluation of time series analysis pipelines</a:t>
            </a:r>
          </a:p>
          <a:p>
            <a:r>
              <a:rPr lang="en-GB" dirty="0"/>
              <a:t>System and Method for Generating, Executing, and Evaluating Scientific Discovery Tasks for Industrial AI Agents</a:t>
            </a:r>
          </a:p>
          <a:p>
            <a:r>
              <a:rPr lang="en-GB" dirty="0" err="1"/>
              <a:t>EvoFlux</a:t>
            </a:r>
            <a:r>
              <a:rPr lang="en-GB" dirty="0"/>
              <a:t>: A Method and System for Inference-Time Evolution of Executable Tool Workflows for AI Agents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Preparation</a:t>
            </a:r>
          </a:p>
          <a:p>
            <a:r>
              <a:rPr lang="en-GB" dirty="0" err="1"/>
              <a:t>TraceOpt</a:t>
            </a:r>
            <a:r>
              <a:rPr lang="en-GB" dirty="0"/>
              <a:t>: Closed-Loop Trajectory Optimization for Agentic Systems</a:t>
            </a:r>
          </a:p>
          <a:p>
            <a:endParaRPr lang="en-US" dirty="0"/>
          </a:p>
          <a:p>
            <a:r>
              <a:rPr lang="en-US" dirty="0"/>
              <a:t>EMNLP </a:t>
            </a:r>
            <a:r>
              <a:rPr lang="en-GB" b="1" dirty="0"/>
              <a:t>From Static Templates to Dynamic Runtime Graphs: A Survey of Workflow Optimization for LLM Agents</a:t>
            </a:r>
          </a:p>
          <a:p>
            <a:br>
              <a:rPr lang="en-GB" dirty="0">
                <a:effectLst/>
              </a:rPr>
            </a:br>
            <a:endParaRPr lang="en-GB" dirty="0">
              <a:effectLst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60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89C43-DD70-6295-A576-CA5711EF8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A7635-8D05-B470-4888-F6450AC44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EMNLP – RPI team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299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24ECD-F44C-2075-8219-8EBA2835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AFD31-03A3-1B7C-45B5-ECBC5C8CB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A2831-8775-8BD6-BD22-F985CBBB6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To be submitted</a:t>
            </a:r>
          </a:p>
          <a:p>
            <a:pPr marL="0" indent="0">
              <a:buNone/>
            </a:pPr>
            <a:r>
              <a:rPr lang="en-GB" dirty="0"/>
              <a:t>- SUNU-</a:t>
            </a:r>
            <a:r>
              <a:rPr lang="en-GB" dirty="0" err="1"/>
              <a:t>Brighmton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-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US" dirty="0"/>
              <a:t>KDD-Tutorial Feedback</a:t>
            </a:r>
          </a:p>
          <a:p>
            <a:pPr marL="0" indent="0">
              <a:buNone/>
            </a:pPr>
            <a:r>
              <a:rPr lang="en-US" dirty="0"/>
              <a:t>	In Video for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KDD-Poster Presentation</a:t>
            </a:r>
          </a:p>
          <a:p>
            <a:pPr marL="0" indent="0">
              <a:buNone/>
            </a:pPr>
            <a:r>
              <a:rPr lang="en-US" dirty="0"/>
              <a:t>-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780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120E1-04D9-39BD-A451-1AEF5784A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82C9F-F7E2-3A2D-4246-23521E615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All Scenarios are private</a:t>
            </a:r>
          </a:p>
          <a:p>
            <a:r>
              <a:rPr lang="en-US" dirty="0"/>
              <a:t>AssetOpsBench Env (i.e., MCP Servers) is public</a:t>
            </a:r>
          </a:p>
          <a:p>
            <a:r>
              <a:rPr lang="en-US" dirty="0"/>
              <a:t>Model Family</a:t>
            </a:r>
          </a:p>
          <a:p>
            <a:r>
              <a:rPr lang="en-US" dirty="0"/>
              <a:t>Trajectory </a:t>
            </a:r>
          </a:p>
          <a:p>
            <a:r>
              <a:rPr lang="en-US" dirty="0"/>
              <a:t>Where models are hosted</a:t>
            </a:r>
          </a:p>
          <a:p>
            <a:r>
              <a:rPr lang="en-US" dirty="0"/>
              <a:t>What type of questions are </a:t>
            </a:r>
          </a:p>
          <a:p>
            <a:r>
              <a:rPr lang="en-US" dirty="0"/>
              <a:t>New addition: time series-related scenarios </a:t>
            </a:r>
          </a:p>
          <a:p>
            <a:pPr lvl="1"/>
            <a:r>
              <a:rPr lang="en-US" dirty="0"/>
              <a:t>Time Series MCP Servers (enable TSFM adoption in any agentic pipeline + Scientific Discovery), Just like </a:t>
            </a:r>
            <a:r>
              <a:rPr lang="en-US" dirty="0" err="1"/>
              <a:t>Docling</a:t>
            </a:r>
            <a:r>
              <a:rPr lang="en-US" dirty="0"/>
              <a:t> MCP </a:t>
            </a:r>
          </a:p>
          <a:p>
            <a:r>
              <a:rPr lang="en-US" dirty="0"/>
              <a:t>Agent Harness (improving the performance of an agent) [Some prospective diagram, building block)</a:t>
            </a:r>
          </a:p>
          <a:p>
            <a:r>
              <a:rPr lang="en-US" dirty="0"/>
              <a:t>Take the cost</a:t>
            </a:r>
          </a:p>
          <a:p>
            <a:r>
              <a:rPr lang="en-US" dirty="0"/>
              <a:t>AA (what we already did it)</a:t>
            </a:r>
          </a:p>
          <a:p>
            <a:r>
              <a:rPr lang="en-US" dirty="0"/>
              <a:t>What is our need</a:t>
            </a:r>
          </a:p>
          <a:p>
            <a:pPr lvl="1"/>
            <a:r>
              <a:rPr lang="en-US" dirty="0"/>
              <a:t>We need to come up with a week-by-week checklist</a:t>
            </a:r>
          </a:p>
        </p:txBody>
      </p:sp>
    </p:spTree>
    <p:extLst>
      <p:ext uri="{BB962C8B-B14F-4D97-AF65-F5344CB8AC3E}">
        <p14:creationId xmlns:p14="http://schemas.microsoft.com/office/powerpoint/2010/main" val="209919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ACCEE-E0BB-6C64-1FF6-BCDDBB1CF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FCF51-CF3F-8DE5-40AC-3E1BB0A4C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88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AE9C-0031-3573-B614-D07A35023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76FD9-8214-0696-84BD-314C9862B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527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0A16C-5B31-F60D-D574-3F996CD2B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Leaderboard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07412-8018-A8FD-5310-96DD12D6C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421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261</Words>
  <Application>Microsoft Macintosh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Git Family current status </vt:lpstr>
      <vt:lpstr>Patents + Papers</vt:lpstr>
      <vt:lpstr>Papers</vt:lpstr>
      <vt:lpstr>External Projects</vt:lpstr>
      <vt:lpstr>Scenarios Scale</vt:lpstr>
      <vt:lpstr>PowerPoint Presentation</vt:lpstr>
      <vt:lpstr>PowerPoint Presentation</vt:lpstr>
      <vt:lpstr>Current Leaderboard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DHAVAL PATEL</dc:creator>
  <cp:lastModifiedBy>DHAVAL PATEL</cp:lastModifiedBy>
  <cp:revision>1</cp:revision>
  <dcterms:created xsi:type="dcterms:W3CDTF">2026-09-01T16:42:13Z</dcterms:created>
  <dcterms:modified xsi:type="dcterms:W3CDTF">2026-09-02T00:23:30Z</dcterms:modified>
</cp:coreProperties>
</file>